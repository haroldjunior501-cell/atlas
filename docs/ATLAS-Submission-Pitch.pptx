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System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Powered by ZTC Hosting (ztchosting.com)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·  Staff  ·  Orchestrate  ·  Deliver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more than a chatbot — they need roles, workflows, and accountability.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siloed: support, hosting, billing, security, and growth rarely share one brain.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waste time redrawing org charts instead of shipping product.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expect 24/7 answers with real actions — not canned scripts.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ATLAS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designs a full AI organization from an intention.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staffs departments with specialized AI employees (roles, skills, tools, KPIs).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orchestrates live work: missions, handoffs, approvals, and a 3D digital twin desk.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Studio: speak an order — Atlas opens views, assigns work, and reports back.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language: fluent English (mirrors the user when they clearly use another language).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organization — ZTC Hosting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ztchosting.com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hosting business: domains, cPanel hosting, email, billing, AI-hosted products.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prices come from live FOSSBilling — never invented SLAs or prices.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DEVOID chat on the public site escalates into ATLAS Support agents.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supervises the whole company; agents act through scoped DEVOID tools.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employees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intake &amp; ticket routing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Devoid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673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chat on ztchosting.com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7249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cPanel / WHM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7249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&amp; DNS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7764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FOSSBilling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3375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/ Swift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37764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 &amp; performance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526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8280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flow &amp; prospects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43891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526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 / Flare / Clip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37960" y="48280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ads, promo video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company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28803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383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roles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12080" y="28803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3383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employees online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0" y="28803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3383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&amp; tools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201168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784080" y="28803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0" y="3383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fiction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surfaces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hierarchy, departments, hiring and moves.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— talk to any agent in their role and tone.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&amp; workflows — assign, track, approve.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Desk — live twin: rooms, presence, follow an agent.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— Gmail, calendar, filesystem, browser, DEVOID tools.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— one spoken command drives the whole tour.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“Start the submission pitch now.”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introduces itself, then opens Org chart → Employees → Missions.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3D desk, walks Support, Hosting, Domains, Security, Performance, Funnel.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Spotlights Nova, Vega, Lyra, Ledger, Funnel.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by opening https://ztchosting.com/ — the live product.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ATLAS wins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agent — a full company OS.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real product (ZTC Hosting) with live catalog constraints.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+ 3D + tools = memorable, demoable experience.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rings R0–R4, no invented prices/SLAs, no offensive security.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Studio + Companion PC — one brain across devices.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company.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company work.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ztchosting.com   ·   Studio voice pitch   ·   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Hackathon submission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ATLAS × ZTC Hosting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AI Operating System for Organizations</dc:title>
  <dc:subject>Hackathon submission presentation</dc:subject>
  <dc:creator>ATLAS</dc:creator>
  <cp:lastModifiedBy>ATLAS</cp:lastModifiedBy>
  <cp:revision>1</cp:revision>
  <dcterms:created xsi:type="dcterms:W3CDTF">2026-10-18T10:52:25Z</dcterms:created>
  <dcterms:modified xsi:type="dcterms:W3CDTF">2026-10-18T10:52:25Z</dcterms:modified>
</cp:coreProperties>
</file>